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Sports Hall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Sports Hall Management System automates booking, scheduling, membership, payments, and facility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booking causes scheduling conflicts, poor record keeping, and inefficient resource utilization.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Automate bookings</a:t>
            </a:r>
          </a:p>
          <a:p>
            <a:pPr>
              <a:defRPr sz="2200"/>
            </a:pPr>
            <a:r>
              <a:t>• Manage members</a:t>
            </a:r>
          </a:p>
          <a:p>
            <a:pPr>
              <a:defRPr sz="2200"/>
            </a:pPr>
            <a:r>
              <a:t>• Schedule events</a:t>
            </a:r>
          </a:p>
          <a:p>
            <a:pPr>
              <a:defRPr sz="2200"/>
            </a:pPr>
            <a:r>
              <a:t>• Track payments</a:t>
            </a:r>
          </a:p>
          <a:p>
            <a:pPr>
              <a:defRPr sz="2200"/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User Registration</a:t>
            </a:r>
          </a:p>
          <a:p>
            <a:pPr>
              <a:defRPr sz="2200"/>
            </a:pPr>
            <a:r>
              <a:t>• Hall Booking</a:t>
            </a:r>
          </a:p>
          <a:p>
            <a:pPr>
              <a:defRPr sz="2200"/>
            </a:pPr>
            <a:r>
              <a:t>• Event Scheduling</a:t>
            </a:r>
          </a:p>
          <a:p>
            <a:pPr>
              <a:defRPr sz="2200"/>
            </a:pPr>
            <a:r>
              <a:t>• Payment Management</a:t>
            </a:r>
          </a:p>
          <a:p>
            <a:pPr>
              <a:defRPr sz="2200"/>
            </a:pPr>
            <a:r>
              <a:t>• Equipment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User Registration</a:t>
            </a:r>
          </a:p>
          <a:p>
            <a:pPr>
              <a:defRPr sz="2200"/>
            </a:pPr>
            <a:r>
              <a:t>2. Login</a:t>
            </a:r>
          </a:p>
          <a:p>
            <a:pPr>
              <a:defRPr sz="2200"/>
            </a:pPr>
            <a:r>
              <a:t>3. Check Hall Availability</a:t>
            </a:r>
          </a:p>
          <a:p>
            <a:pPr>
              <a:defRPr sz="2200"/>
            </a:pPr>
            <a:r>
              <a:t>4. Book Hall</a:t>
            </a:r>
          </a:p>
          <a:p>
            <a:pPr>
              <a:defRPr sz="2200"/>
            </a:pPr>
            <a:r>
              <a:t>5. Payment</a:t>
            </a:r>
          </a:p>
          <a:p>
            <a:pPr>
              <a:defRPr sz="2200"/>
            </a:pPr>
            <a:r>
              <a:t>6. Confirmation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ServiceNow / Web Application</a:t>
            </a:r>
          </a:p>
          <a:p>
            <a:pPr>
              <a:defRPr sz="2200"/>
            </a:pPr>
            <a:r>
              <a:t>• MySQL Database</a:t>
            </a:r>
          </a:p>
          <a:p>
            <a:pPr>
              <a:defRPr sz="2200"/>
            </a:pPr>
            <a:r>
              <a:t>• HTML, CSS, JavaScript</a:t>
            </a:r>
          </a:p>
          <a:p>
            <a:pPr>
              <a:defRPr sz="2200"/>
            </a:pPr>
            <a:r>
              <a:t>• Email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Easy booking</a:t>
            </a:r>
          </a:p>
          <a:p>
            <a:pPr>
              <a:defRPr sz="2200"/>
            </a:pPr>
            <a:r>
              <a:t>• Secure records</a:t>
            </a:r>
          </a:p>
          <a:p>
            <a:pPr>
              <a:defRPr sz="2200"/>
            </a:pPr>
            <a:r>
              <a:t>• Faster operations</a:t>
            </a:r>
          </a:p>
          <a:p>
            <a:pPr>
              <a:defRPr sz="2200"/>
            </a:pPr>
            <a:r>
              <a:t>• Better customer satisfaction</a:t>
            </a:r>
          </a:p>
          <a:p>
            <a:pPr>
              <a:defRPr sz="2200"/>
            </a:pPr>
            <a:r>
              <a:t>• Reduced paperwork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Mobile App</a:t>
            </a:r>
          </a:p>
          <a:p>
            <a:pPr>
              <a:defRPr sz="2200"/>
            </a:pPr>
            <a:r>
              <a:t>• QR Code Entry</a:t>
            </a:r>
          </a:p>
          <a:p>
            <a:pPr>
              <a:defRPr sz="2200"/>
            </a:pPr>
            <a:r>
              <a:t>• AI-based Scheduling</a:t>
            </a:r>
          </a:p>
          <a:p>
            <a:pPr>
              <a:defRPr sz="2200"/>
            </a:pPr>
            <a:r>
              <a:t>• Online Payment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Sports Hall Management System improves efficiency, reduces manual work, and provides a seamless booking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